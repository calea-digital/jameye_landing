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FCE41DA-64D7-E248-7586-D0B48FF62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DC99B0B3-694F-0994-60F3-E05C26318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C6942C2-7AF5-1AF3-DE1E-EA42B5D0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B0308D6-FFEE-D515-D529-1B9E9E40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E4772EB-0A64-3F5B-08EC-AB5628A4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576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0710AD1-2958-954C-5BF8-F050F854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E41F789-F64E-5E55-03A8-D0917D650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C29C340-6C1A-D34C-109C-E06B385D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3FDEC82-6454-22FB-3022-6C61E11C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3C2BD49-877E-0B7B-3335-1B4C908F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5783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48EC242-54B0-FC63-1CE6-E648A4A8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9C86616-FF92-BE67-A2C0-47BB3B1D2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065A4B1-703E-8F2F-F8D8-ACB458B2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A2B7FE4-24F2-3D3B-1E7B-630146E5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79AE38C-E4A4-D3F2-830E-CE2AA70C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5117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057F6C5-7A08-1D5C-4C0B-66ABF500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722B4F8-649D-F6A5-5C62-483E7BCDE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098E798-CDC8-3095-F607-C0D588F62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2368E55-2F5E-CFFA-DECD-B95102C8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C9C0A4C-8804-4B63-79A1-3F760C61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2B4F3EC-A899-E565-C520-1AB56545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9465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4D2B5BD-0E93-3E0C-14F0-0AE596CC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9091F4A-8E95-4F2E-140E-45F51847C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36D0070-4582-64AE-BB91-D4BAF27E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D5186B2-00C8-ED37-196A-9BFE0FF07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A67DB7B-2025-6E70-0743-8CECA9FC1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8F6ADEF9-C160-DB4C-8AA1-B2266714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F43BFBF5-72FD-0FED-C82F-10584C42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D1ECCB8B-C1AC-F75E-24A1-6091ED96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786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8B06D26-6268-7AD7-AF57-002CEF61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7BB21219-CF1F-760F-A0C0-7307B8C5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8E20B66-8BF6-2CF1-DF73-C19C4665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A326F30-9F86-8B9C-D1E5-B4EB81A6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920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BE8D7AB-CFC7-CFE7-D2DE-1C3EC0AB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0DC1AFE3-464B-41E1-01E2-632436E7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E03A779-6A51-E05C-0390-2E4D3CAD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4586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C90C3C3-2113-CA79-2DFC-7D22340A7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6DDFC54-DE64-9C49-6F77-105697126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71AC9D9-B1A8-23F8-6473-1C6AA6149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4CFE923-367D-04A0-606A-A46D0420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1B19628-87DD-642D-9F08-83E4ABC8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4B40BA5-D8A6-812C-2DA5-2BD8752C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552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3BCEEF4-54E8-2CB3-2366-F6B6919E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8FC70443-2B86-3F47-D535-BF682828E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AB19256-E05F-2262-383B-3DFA9B57A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BA6B9C6-963A-2EF5-7ECF-66E8DD9D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237E92A0-4AF9-B3FD-520C-8F1FD767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C27E99C-F83E-44F0-323B-CDCB5717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6049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CDDE06-8616-BCA3-6DB2-9C74A9AC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12B4C47-995D-0368-4467-4077DEFF7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4EBF6-8C0E-A8D9-8BFE-39656B5D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D2B4C0C-A4E0-9B5C-7B98-AF7D6C02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87A5718-108D-7144-3351-EDCDF761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9707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3C3EA705-291B-E6DD-F624-73F32D91D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15A04475-3ED3-5887-4727-A666C9113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67A8AD0-ECC1-D0D9-D940-A6FFD67E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4BCAAE8-25F1-BB86-855B-BBA7F648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1EB89A2-3D61-EB93-7B98-D1A52E8D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262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58C2E0AE-CC4B-6D32-0C05-E35CFB40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CEA5812-0047-9215-4856-CDA263557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23E0B90-4B89-0666-967A-C50F86F9A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BC44E-DD30-304D-811C-FB2F95C07F01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17C1B76-1683-40EF-AD80-AF11C2EF1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C5AFB10-987F-CDB4-DBEB-8E2673451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2A970-056E-D346-A5AB-46D66B07C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5463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7B1415E0-0F8E-7098-D105-48DCA700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79120"/>
            <a:ext cx="7772400" cy="5699760"/>
          </a:xfrm>
          <a:prstGeom prst="rect">
            <a:avLst/>
          </a:prstGeom>
        </p:spPr>
      </p:pic>
      <p:sp>
        <p:nvSpPr>
          <p:cNvPr id="5" name="Rektangulär pratbubbla 4">
            <a:extLst>
              <a:ext uri="{FF2B5EF4-FFF2-40B4-BE49-F238E27FC236}">
                <a16:creationId xmlns:a16="http://schemas.microsoft.com/office/drawing/2014/main" id="{FA47A06E-BCE2-695C-8F7F-1102417321D9}"/>
              </a:ext>
            </a:extLst>
          </p:cNvPr>
          <p:cNvSpPr/>
          <p:nvPr/>
        </p:nvSpPr>
        <p:spPr>
          <a:xfrm>
            <a:off x="1" y="2945219"/>
            <a:ext cx="1711842" cy="839972"/>
          </a:xfrm>
          <a:prstGeom prst="wedgeRectCallout">
            <a:avLst>
              <a:gd name="adj1" fmla="val 108301"/>
              <a:gd name="adj2" fmla="val -147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Forecast with the voices you love</a:t>
            </a:r>
            <a:endParaRPr lang="sv-SE" sz="1200" dirty="0"/>
          </a:p>
        </p:txBody>
      </p:sp>
      <p:sp>
        <p:nvSpPr>
          <p:cNvPr id="6" name="Rektangulär pratbubbla 5">
            <a:extLst>
              <a:ext uri="{FF2B5EF4-FFF2-40B4-BE49-F238E27FC236}">
                <a16:creationId xmlns:a16="http://schemas.microsoft.com/office/drawing/2014/main" id="{24B490BF-FE2C-14A2-1E95-D19995AAF5F3}"/>
              </a:ext>
            </a:extLst>
          </p:cNvPr>
          <p:cNvSpPr/>
          <p:nvPr/>
        </p:nvSpPr>
        <p:spPr>
          <a:xfrm>
            <a:off x="2" y="1183759"/>
            <a:ext cx="1711842" cy="839972"/>
          </a:xfrm>
          <a:prstGeom prst="wedgeRectCallout">
            <a:avLst>
              <a:gd name="adj1" fmla="val 132525"/>
              <a:gd name="adj2" fmla="val 1257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Remove AI signature</a:t>
            </a:r>
            <a:endParaRPr lang="sv-SE" sz="1200" dirty="0"/>
          </a:p>
        </p:txBody>
      </p:sp>
      <p:sp>
        <p:nvSpPr>
          <p:cNvPr id="7" name="Rektangulär pratbubbla 6">
            <a:extLst>
              <a:ext uri="{FF2B5EF4-FFF2-40B4-BE49-F238E27FC236}">
                <a16:creationId xmlns:a16="http://schemas.microsoft.com/office/drawing/2014/main" id="{5B18F101-EA9C-93A1-BFA2-5CB1EBCB21E4}"/>
              </a:ext>
            </a:extLst>
          </p:cNvPr>
          <p:cNvSpPr/>
          <p:nvPr/>
        </p:nvSpPr>
        <p:spPr>
          <a:xfrm>
            <a:off x="0" y="4286692"/>
            <a:ext cx="1711842" cy="1992187"/>
          </a:xfrm>
          <a:prstGeom prst="wedgeRectCallout">
            <a:avLst>
              <a:gd name="adj1" fmla="val 107680"/>
              <a:gd name="adj2" fmla="val -333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b="1" dirty="0" err="1"/>
              <a:t>Join</a:t>
            </a:r>
            <a:r>
              <a:rPr lang="sv-SE" sz="1200" b="1" dirty="0"/>
              <a:t> </a:t>
            </a:r>
            <a:r>
              <a:rPr lang="sv-SE" sz="1200" b="1" dirty="0" err="1"/>
              <a:t>tournaments</a:t>
            </a:r>
            <a:r>
              <a:rPr lang="sv-SE" sz="1200" b="1" dirty="0"/>
              <a:t> </a:t>
            </a:r>
            <a:r>
              <a:rPr lang="sv-SE" sz="1200" b="1" dirty="0" err="1"/>
              <a:t>where</a:t>
            </a:r>
            <a:r>
              <a:rPr lang="sv-SE" sz="1200" b="1" dirty="0"/>
              <a:t> </a:t>
            </a:r>
            <a:r>
              <a:rPr lang="sv-SE" sz="1200" b="1" dirty="0" err="1"/>
              <a:t>your</a:t>
            </a:r>
            <a:r>
              <a:rPr lang="sv-SE" sz="1200" b="1" dirty="0"/>
              <a:t> </a:t>
            </a:r>
            <a:r>
              <a:rPr lang="sv-SE" sz="1200" b="1" dirty="0" err="1"/>
              <a:t>favorite</a:t>
            </a:r>
            <a:r>
              <a:rPr lang="sv-SE" sz="1200" b="1" dirty="0"/>
              <a:t> </a:t>
            </a:r>
            <a:r>
              <a:rPr lang="sv-SE" sz="1200" b="1" dirty="0" err="1"/>
              <a:t>creators</a:t>
            </a:r>
            <a:r>
              <a:rPr lang="sv-SE" sz="1200" b="1" dirty="0"/>
              <a:t> make </a:t>
            </a:r>
            <a:r>
              <a:rPr lang="sv-SE" sz="1200" b="1" dirty="0" err="1"/>
              <a:t>predictions</a:t>
            </a:r>
            <a:r>
              <a:rPr lang="sv-SE" sz="1200" b="1" dirty="0"/>
              <a:t> and </a:t>
            </a:r>
            <a:r>
              <a:rPr lang="sv-SE" sz="1200" b="1" dirty="0" err="1"/>
              <a:t>share</a:t>
            </a:r>
            <a:r>
              <a:rPr lang="sv-SE" sz="1200" b="1" dirty="0"/>
              <a:t> </a:t>
            </a:r>
            <a:r>
              <a:rPr lang="sv-SE" sz="1200" b="1" dirty="0" err="1"/>
              <a:t>their</a:t>
            </a:r>
            <a:r>
              <a:rPr lang="sv-SE" sz="1200" b="1" dirty="0"/>
              <a:t> </a:t>
            </a:r>
            <a:r>
              <a:rPr lang="sv-SE" sz="1200" b="1" dirty="0" err="1"/>
              <a:t>thinking</a:t>
            </a:r>
            <a:r>
              <a:rPr lang="sv-SE" sz="1200" b="1" dirty="0"/>
              <a:t> </a:t>
            </a:r>
            <a:r>
              <a:rPr lang="sv-SE" sz="1200" b="1" dirty="0" err="1"/>
              <a:t>through</a:t>
            </a:r>
            <a:r>
              <a:rPr lang="sv-SE" sz="1200" b="1" dirty="0"/>
              <a:t> short-form video. </a:t>
            </a:r>
            <a:r>
              <a:rPr lang="sv-SE" sz="1200" b="1" dirty="0" err="1"/>
              <a:t>Compete</a:t>
            </a:r>
            <a:r>
              <a:rPr lang="sv-SE" sz="1200" b="1" dirty="0"/>
              <a:t> </a:t>
            </a:r>
            <a:r>
              <a:rPr lang="sv-SE" sz="1200" b="1" dirty="0" err="1"/>
              <a:t>with</a:t>
            </a:r>
            <a:r>
              <a:rPr lang="sv-SE" sz="1200" b="1" dirty="0"/>
              <a:t> </a:t>
            </a:r>
            <a:r>
              <a:rPr lang="sv-SE" sz="1200" b="1" dirty="0" err="1"/>
              <a:t>them</a:t>
            </a:r>
            <a:r>
              <a:rPr lang="sv-SE" sz="1200" b="1" dirty="0"/>
              <a:t> — and the community.</a:t>
            </a:r>
            <a:endParaRPr lang="sv-SE" sz="1200" dirty="0"/>
          </a:p>
        </p:txBody>
      </p:sp>
      <p:sp>
        <p:nvSpPr>
          <p:cNvPr id="8" name="Rektangulär pratbubbla 7">
            <a:extLst>
              <a:ext uri="{FF2B5EF4-FFF2-40B4-BE49-F238E27FC236}">
                <a16:creationId xmlns:a16="http://schemas.microsoft.com/office/drawing/2014/main" id="{54368B4B-009F-4DF2-808D-E14E4CB34C1D}"/>
              </a:ext>
            </a:extLst>
          </p:cNvPr>
          <p:cNvSpPr/>
          <p:nvPr/>
        </p:nvSpPr>
        <p:spPr>
          <a:xfrm>
            <a:off x="9753602" y="3365205"/>
            <a:ext cx="1711842" cy="839972"/>
          </a:xfrm>
          <a:prstGeom prst="wedgeRectCallout">
            <a:avLst>
              <a:gd name="adj1" fmla="val -146356"/>
              <a:gd name="adj2" fmla="val -324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Do market card but only sports </a:t>
            </a:r>
            <a:endParaRPr lang="sv-SE" sz="1200" dirty="0"/>
          </a:p>
        </p:txBody>
      </p:sp>
      <p:sp>
        <p:nvSpPr>
          <p:cNvPr id="10" name="Rektangulär pratbubbla 9">
            <a:extLst>
              <a:ext uri="{FF2B5EF4-FFF2-40B4-BE49-F238E27FC236}">
                <a16:creationId xmlns:a16="http://schemas.microsoft.com/office/drawing/2014/main" id="{0635E1C0-1748-06DD-64D3-6C9E589373EA}"/>
              </a:ext>
            </a:extLst>
          </p:cNvPr>
          <p:cNvSpPr/>
          <p:nvPr/>
        </p:nvSpPr>
        <p:spPr>
          <a:xfrm>
            <a:off x="9867901" y="1552177"/>
            <a:ext cx="1711842" cy="839972"/>
          </a:xfrm>
          <a:prstGeom prst="wedgeRectCallout">
            <a:avLst>
              <a:gd name="adj1" fmla="val -156915"/>
              <a:gd name="adj2" fmla="val 17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Add out movie in the </a:t>
            </a:r>
            <a:r>
              <a:rPr lang="en-GB" sz="1200" dirty="0" err="1"/>
              <a:t>bakground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251775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50F818B2-F2D1-360A-7368-166758CBE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62082"/>
            <a:ext cx="7772400" cy="6133835"/>
          </a:xfrm>
          <a:prstGeom prst="rect">
            <a:avLst/>
          </a:prstGeom>
        </p:spPr>
      </p:pic>
      <p:sp>
        <p:nvSpPr>
          <p:cNvPr id="5" name="Rektangulär pratbubbla 4">
            <a:extLst>
              <a:ext uri="{FF2B5EF4-FFF2-40B4-BE49-F238E27FC236}">
                <a16:creationId xmlns:a16="http://schemas.microsoft.com/office/drawing/2014/main" id="{9EE731E7-F10D-29C5-5FF2-9A82C10B23A2}"/>
              </a:ext>
            </a:extLst>
          </p:cNvPr>
          <p:cNvSpPr/>
          <p:nvPr/>
        </p:nvSpPr>
        <p:spPr>
          <a:xfrm>
            <a:off x="9324755" y="3428999"/>
            <a:ext cx="1711842" cy="839972"/>
          </a:xfrm>
          <a:prstGeom prst="wedgeRectCallout">
            <a:avLst>
              <a:gd name="adj1" fmla="val -130208"/>
              <a:gd name="adj2" fmla="val 321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Don’t like the arcs </a:t>
            </a:r>
            <a:endParaRPr lang="sv-SE" sz="1200" dirty="0"/>
          </a:p>
        </p:txBody>
      </p:sp>
      <p:sp>
        <p:nvSpPr>
          <p:cNvPr id="6" name="Rektangulär pratbubbla 5">
            <a:extLst>
              <a:ext uri="{FF2B5EF4-FFF2-40B4-BE49-F238E27FC236}">
                <a16:creationId xmlns:a16="http://schemas.microsoft.com/office/drawing/2014/main" id="{19167543-C862-7CBC-F478-72D1CBF7B649}"/>
              </a:ext>
            </a:extLst>
          </p:cNvPr>
          <p:cNvSpPr/>
          <p:nvPr/>
        </p:nvSpPr>
        <p:spPr>
          <a:xfrm>
            <a:off x="9324755" y="4825408"/>
            <a:ext cx="1711842" cy="839972"/>
          </a:xfrm>
          <a:prstGeom prst="wedgeRectCallout">
            <a:avLst>
              <a:gd name="adj1" fmla="val -130208"/>
              <a:gd name="adj2" fmla="val 321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Everything looks very compressed here </a:t>
            </a:r>
            <a:endParaRPr lang="sv-SE" sz="1200" dirty="0"/>
          </a:p>
        </p:txBody>
      </p:sp>
      <p:sp>
        <p:nvSpPr>
          <p:cNvPr id="7" name="Rektangulär pratbubbla 6">
            <a:extLst>
              <a:ext uri="{FF2B5EF4-FFF2-40B4-BE49-F238E27FC236}">
                <a16:creationId xmlns:a16="http://schemas.microsoft.com/office/drawing/2014/main" id="{3F81F2A7-920C-B551-80C2-9EC31D8347E3}"/>
              </a:ext>
            </a:extLst>
          </p:cNvPr>
          <p:cNvSpPr/>
          <p:nvPr/>
        </p:nvSpPr>
        <p:spPr>
          <a:xfrm>
            <a:off x="9324755" y="5801831"/>
            <a:ext cx="1711842" cy="839972"/>
          </a:xfrm>
          <a:prstGeom prst="wedgeRectCallout">
            <a:avLst>
              <a:gd name="adj1" fmla="val -132071"/>
              <a:gd name="adj2" fmla="val -37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Slider does not work</a:t>
            </a:r>
            <a:endParaRPr lang="sv-SE" sz="1200" dirty="0"/>
          </a:p>
        </p:txBody>
      </p:sp>
      <p:sp>
        <p:nvSpPr>
          <p:cNvPr id="8" name="Rektangulär pratbubbla 7">
            <a:extLst>
              <a:ext uri="{FF2B5EF4-FFF2-40B4-BE49-F238E27FC236}">
                <a16:creationId xmlns:a16="http://schemas.microsoft.com/office/drawing/2014/main" id="{18D99185-8544-95D3-15AF-8D039984240E}"/>
              </a:ext>
            </a:extLst>
          </p:cNvPr>
          <p:cNvSpPr/>
          <p:nvPr/>
        </p:nvSpPr>
        <p:spPr>
          <a:xfrm>
            <a:off x="788580" y="3301408"/>
            <a:ext cx="1711842" cy="839972"/>
          </a:xfrm>
          <a:prstGeom prst="wedgeRectCallout">
            <a:avLst>
              <a:gd name="adj1" fmla="val 156749"/>
              <a:gd name="adj2" fmla="val 207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Change to a soccer card from Premier League </a:t>
            </a:r>
            <a:endParaRPr lang="sv-SE" sz="1200" dirty="0"/>
          </a:p>
        </p:txBody>
      </p:sp>
      <p:sp>
        <p:nvSpPr>
          <p:cNvPr id="9" name="Rektangulär pratbubbla 8">
            <a:extLst>
              <a:ext uri="{FF2B5EF4-FFF2-40B4-BE49-F238E27FC236}">
                <a16:creationId xmlns:a16="http://schemas.microsoft.com/office/drawing/2014/main" id="{840D8B86-C7FB-A27A-ED75-2428851BFD2D}"/>
              </a:ext>
            </a:extLst>
          </p:cNvPr>
          <p:cNvSpPr/>
          <p:nvPr/>
        </p:nvSpPr>
        <p:spPr>
          <a:xfrm>
            <a:off x="299482" y="1459604"/>
            <a:ext cx="1711842" cy="839972"/>
          </a:xfrm>
          <a:prstGeom prst="wedgeRectCallout">
            <a:avLst>
              <a:gd name="adj1" fmla="val 87184"/>
              <a:gd name="adj2" fmla="val 80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Make </a:t>
            </a:r>
            <a:r>
              <a:rPr lang="sv-SE" sz="1200" dirty="0" err="1"/>
              <a:t>your</a:t>
            </a:r>
            <a:r>
              <a:rPr lang="sv-SE" sz="1200" dirty="0"/>
              <a:t> call. </a:t>
            </a:r>
            <a:r>
              <a:rPr lang="sv-SE" sz="1200" dirty="0" err="1"/>
              <a:t>Put</a:t>
            </a:r>
            <a:r>
              <a:rPr lang="sv-SE" sz="1200" dirty="0"/>
              <a:t> </a:t>
            </a:r>
            <a:r>
              <a:rPr lang="sv-SE" sz="1200" dirty="0" err="1"/>
              <a:t>your</a:t>
            </a:r>
            <a:r>
              <a:rPr lang="sv-SE" sz="1200" dirty="0"/>
              <a:t> JC </a:t>
            </a:r>
            <a:r>
              <a:rPr lang="sv-SE" sz="1200" dirty="0" err="1"/>
              <a:t>behind</a:t>
            </a:r>
            <a:r>
              <a:rPr lang="sv-SE" sz="1200" dirty="0"/>
              <a:t> it. </a:t>
            </a:r>
            <a:r>
              <a:rPr lang="sv-SE" sz="1200" dirty="0" err="1"/>
              <a:t>See</a:t>
            </a:r>
            <a:r>
              <a:rPr lang="sv-SE" sz="1200" dirty="0"/>
              <a:t> </a:t>
            </a:r>
            <a:r>
              <a:rPr lang="sv-SE" sz="1200" dirty="0" err="1"/>
              <a:t>if</a:t>
            </a:r>
            <a:r>
              <a:rPr lang="sv-SE" sz="1200" dirty="0"/>
              <a:t> </a:t>
            </a:r>
            <a:r>
              <a:rPr lang="sv-SE" sz="1200" dirty="0" err="1"/>
              <a:t>you</a:t>
            </a:r>
            <a:r>
              <a:rPr lang="sv-SE" sz="1200" dirty="0"/>
              <a:t> </a:t>
            </a:r>
            <a:r>
              <a:rPr lang="sv-SE" sz="1200" dirty="0" err="1"/>
              <a:t>can</a:t>
            </a:r>
            <a:r>
              <a:rPr lang="sv-SE" sz="1200" dirty="0"/>
              <a:t> beat </a:t>
            </a:r>
            <a:r>
              <a:rPr lang="sv-SE" sz="1200" dirty="0" err="1"/>
              <a:t>them</a:t>
            </a:r>
            <a:r>
              <a:rPr lang="sv-SE" sz="1200" dirty="0"/>
              <a:t>.</a:t>
            </a:r>
          </a:p>
        </p:txBody>
      </p:sp>
      <p:sp>
        <p:nvSpPr>
          <p:cNvPr id="10" name="Rektangulär pratbubbla 9">
            <a:extLst>
              <a:ext uri="{FF2B5EF4-FFF2-40B4-BE49-F238E27FC236}">
                <a16:creationId xmlns:a16="http://schemas.microsoft.com/office/drawing/2014/main" id="{628E3B78-4DC0-24F3-9ADB-A6AE20DEABD0}"/>
              </a:ext>
            </a:extLst>
          </p:cNvPr>
          <p:cNvSpPr/>
          <p:nvPr/>
        </p:nvSpPr>
        <p:spPr>
          <a:xfrm>
            <a:off x="497958" y="5414343"/>
            <a:ext cx="1711842" cy="839972"/>
          </a:xfrm>
          <a:prstGeom prst="wedgeRectCallout">
            <a:avLst>
              <a:gd name="adj1" fmla="val 75382"/>
              <a:gd name="adj2" fmla="val 181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The play </a:t>
            </a:r>
            <a:r>
              <a:rPr lang="en-GB" sz="1200" dirty="0" err="1"/>
              <a:t>botton</a:t>
            </a:r>
            <a:r>
              <a:rPr lang="en-GB" sz="1200" dirty="0"/>
              <a:t> does not work</a:t>
            </a:r>
            <a:endParaRPr lang="sv-SE" sz="1200" dirty="0"/>
          </a:p>
        </p:txBody>
      </p:sp>
      <p:sp>
        <p:nvSpPr>
          <p:cNvPr id="11" name="Rektangulär pratbubbla 10">
            <a:extLst>
              <a:ext uri="{FF2B5EF4-FFF2-40B4-BE49-F238E27FC236}">
                <a16:creationId xmlns:a16="http://schemas.microsoft.com/office/drawing/2014/main" id="{59D9F821-5931-998D-1F07-85C62B3BDB4E}"/>
              </a:ext>
            </a:extLst>
          </p:cNvPr>
          <p:cNvSpPr/>
          <p:nvPr/>
        </p:nvSpPr>
        <p:spPr>
          <a:xfrm>
            <a:off x="6735723" y="1537576"/>
            <a:ext cx="1711842" cy="839972"/>
          </a:xfrm>
          <a:prstGeom prst="wedgeRectCallout">
            <a:avLst>
              <a:gd name="adj1" fmla="val -216543"/>
              <a:gd name="adj2" fmla="val 384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Remove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24529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55A1593D-3716-D0E1-9F07-330F6EDB7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83806"/>
            <a:ext cx="7772400" cy="3290387"/>
          </a:xfrm>
          <a:prstGeom prst="rect">
            <a:avLst/>
          </a:prstGeom>
        </p:spPr>
      </p:pic>
      <p:sp>
        <p:nvSpPr>
          <p:cNvPr id="5" name="Rektangulär pratbubbla 4">
            <a:extLst>
              <a:ext uri="{FF2B5EF4-FFF2-40B4-BE49-F238E27FC236}">
                <a16:creationId xmlns:a16="http://schemas.microsoft.com/office/drawing/2014/main" id="{5454DD00-A7F0-DF8F-1821-5432961B661B}"/>
              </a:ext>
            </a:extLst>
          </p:cNvPr>
          <p:cNvSpPr/>
          <p:nvPr/>
        </p:nvSpPr>
        <p:spPr>
          <a:xfrm>
            <a:off x="9126279" y="599302"/>
            <a:ext cx="1711842" cy="839972"/>
          </a:xfrm>
          <a:prstGeom prst="wedgeRectCallout">
            <a:avLst>
              <a:gd name="adj1" fmla="val -127321"/>
              <a:gd name="adj2" fmla="val 1954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Remove all this text</a:t>
            </a:r>
            <a:endParaRPr lang="sv-SE" sz="1200" dirty="0"/>
          </a:p>
        </p:txBody>
      </p:sp>
      <p:sp>
        <p:nvSpPr>
          <p:cNvPr id="6" name="Rektangulär pratbubbla 5">
            <a:extLst>
              <a:ext uri="{FF2B5EF4-FFF2-40B4-BE49-F238E27FC236}">
                <a16:creationId xmlns:a16="http://schemas.microsoft.com/office/drawing/2014/main" id="{F7A54321-B031-D0D9-4078-A729E6D63864}"/>
              </a:ext>
            </a:extLst>
          </p:cNvPr>
          <p:cNvSpPr/>
          <p:nvPr/>
        </p:nvSpPr>
        <p:spPr>
          <a:xfrm>
            <a:off x="9340463" y="4227754"/>
            <a:ext cx="1711842" cy="839972"/>
          </a:xfrm>
          <a:prstGeom prst="wedgeRectCallout">
            <a:avLst>
              <a:gd name="adj1" fmla="val -141036"/>
              <a:gd name="adj2" fmla="val -973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We need better faces or change to market cards  or just remove this section </a:t>
            </a:r>
            <a:endParaRPr lang="sv-SE" sz="1200" dirty="0"/>
          </a:p>
        </p:txBody>
      </p:sp>
      <p:sp>
        <p:nvSpPr>
          <p:cNvPr id="7" name="Rektangulär pratbubbla 6">
            <a:extLst>
              <a:ext uri="{FF2B5EF4-FFF2-40B4-BE49-F238E27FC236}">
                <a16:creationId xmlns:a16="http://schemas.microsoft.com/office/drawing/2014/main" id="{373B0CC2-DD52-2633-50EF-1198B4665B2B}"/>
              </a:ext>
            </a:extLst>
          </p:cNvPr>
          <p:cNvSpPr/>
          <p:nvPr/>
        </p:nvSpPr>
        <p:spPr>
          <a:xfrm>
            <a:off x="1469209" y="771568"/>
            <a:ext cx="1711842" cy="839972"/>
          </a:xfrm>
          <a:prstGeom prst="wedgeRectCallout">
            <a:avLst>
              <a:gd name="adj1" fmla="val 62523"/>
              <a:gd name="adj2" fmla="val 1233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b="1" dirty="0"/>
              <a:t>Watch the match. </a:t>
            </a:r>
            <a:r>
              <a:rPr lang="sv-SE" sz="1200" b="1" dirty="0" err="1"/>
              <a:t>Predict</a:t>
            </a:r>
            <a:r>
              <a:rPr lang="sv-SE" sz="1200" b="1" dirty="0"/>
              <a:t> </a:t>
            </a:r>
            <a:r>
              <a:rPr lang="sv-SE" sz="1200" b="1" dirty="0" err="1"/>
              <a:t>with</a:t>
            </a:r>
            <a:r>
              <a:rPr lang="sv-SE" sz="1200" b="1" dirty="0"/>
              <a:t> </a:t>
            </a:r>
            <a:r>
              <a:rPr lang="sv-SE" sz="1200" b="1" dirty="0" err="1"/>
              <a:t>your</a:t>
            </a:r>
            <a:r>
              <a:rPr lang="sv-SE" sz="1200" b="1" dirty="0"/>
              <a:t> community.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301787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54147-09FE-9C25-9274-87989D4B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DEF8D5B3-F215-291B-04DD-6ACB29407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56" y="643466"/>
            <a:ext cx="9442487" cy="5571067"/>
          </a:xfrm>
          <a:prstGeom prst="rect">
            <a:avLst/>
          </a:prstGeom>
        </p:spPr>
      </p:pic>
      <p:sp>
        <p:nvSpPr>
          <p:cNvPr id="3" name="Rektangulär pratbubbla 2">
            <a:extLst>
              <a:ext uri="{FF2B5EF4-FFF2-40B4-BE49-F238E27FC236}">
                <a16:creationId xmlns:a16="http://schemas.microsoft.com/office/drawing/2014/main" id="{6D70DA9B-4198-40F4-80D4-E639DDE35F19}"/>
              </a:ext>
            </a:extLst>
          </p:cNvPr>
          <p:cNvSpPr/>
          <p:nvPr/>
        </p:nvSpPr>
        <p:spPr>
          <a:xfrm>
            <a:off x="2833337" y="4508205"/>
            <a:ext cx="1802458" cy="1271903"/>
          </a:xfrm>
          <a:prstGeom prst="wedgeRectCallout">
            <a:avLst>
              <a:gd name="adj1" fmla="val -101513"/>
              <a:gd name="adj2" fmla="val -43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Remove AI signs</a:t>
            </a:r>
            <a:endParaRPr lang="sv-SE" sz="1200" dirty="0"/>
          </a:p>
        </p:txBody>
      </p:sp>
      <p:sp>
        <p:nvSpPr>
          <p:cNvPr id="8" name="Rektangulär pratbubbla 7">
            <a:extLst>
              <a:ext uri="{FF2B5EF4-FFF2-40B4-BE49-F238E27FC236}">
                <a16:creationId xmlns:a16="http://schemas.microsoft.com/office/drawing/2014/main" id="{663A04FE-10B2-D1A0-BBEB-AF01B64225AF}"/>
              </a:ext>
            </a:extLst>
          </p:cNvPr>
          <p:cNvSpPr/>
          <p:nvPr/>
        </p:nvSpPr>
        <p:spPr>
          <a:xfrm>
            <a:off x="5856528" y="184298"/>
            <a:ext cx="1802458" cy="1271903"/>
          </a:xfrm>
          <a:prstGeom prst="wedgeRectCallout">
            <a:avLst>
              <a:gd name="adj1" fmla="val -218312"/>
              <a:gd name="adj2" fmla="val 614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 </a:t>
            </a:r>
            <a:r>
              <a:rPr lang="sv-SE" sz="1200" dirty="0" err="1"/>
              <a:t>war</a:t>
            </a:r>
            <a:r>
              <a:rPr lang="sv-SE" sz="1200" dirty="0"/>
              <a:t> markets. Just action and </a:t>
            </a:r>
            <a:r>
              <a:rPr lang="sv-SE" sz="1200" dirty="0" err="1"/>
              <a:t>fun</a:t>
            </a:r>
            <a:r>
              <a:rPr lang="sv-SE" sz="1200" dirty="0"/>
              <a:t>.</a:t>
            </a:r>
          </a:p>
        </p:txBody>
      </p:sp>
      <p:sp>
        <p:nvSpPr>
          <p:cNvPr id="9" name="Rektangulär pratbubbla 8">
            <a:extLst>
              <a:ext uri="{FF2B5EF4-FFF2-40B4-BE49-F238E27FC236}">
                <a16:creationId xmlns:a16="http://schemas.microsoft.com/office/drawing/2014/main" id="{A5DA92EC-739D-CA6D-72DB-5DD00FF5EB1B}"/>
              </a:ext>
            </a:extLst>
          </p:cNvPr>
          <p:cNvSpPr/>
          <p:nvPr/>
        </p:nvSpPr>
        <p:spPr>
          <a:xfrm>
            <a:off x="7658986" y="4139610"/>
            <a:ext cx="1802458" cy="1271903"/>
          </a:xfrm>
          <a:prstGeom prst="wedgeRectCallout">
            <a:avLst>
              <a:gd name="adj1" fmla="val -164631"/>
              <a:gd name="adj2" fmla="val -2411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Don’t like this green at all</a:t>
            </a:r>
            <a:endParaRPr lang="sv-SE" sz="1200" dirty="0"/>
          </a:p>
        </p:txBody>
      </p:sp>
      <p:sp>
        <p:nvSpPr>
          <p:cNvPr id="10" name="Rektangulär pratbubbla 9">
            <a:extLst>
              <a:ext uri="{FF2B5EF4-FFF2-40B4-BE49-F238E27FC236}">
                <a16:creationId xmlns:a16="http://schemas.microsoft.com/office/drawing/2014/main" id="{A5D391EA-1759-B460-E3F4-785A16A57E4D}"/>
              </a:ext>
            </a:extLst>
          </p:cNvPr>
          <p:cNvSpPr/>
          <p:nvPr/>
        </p:nvSpPr>
        <p:spPr>
          <a:xfrm>
            <a:off x="9363739" y="2431313"/>
            <a:ext cx="1802458" cy="1271903"/>
          </a:xfrm>
          <a:prstGeom prst="wedgeRectCallout">
            <a:avLst>
              <a:gd name="adj1" fmla="val -217721"/>
              <a:gd name="adj2" fmla="val 38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Real pics from </a:t>
            </a:r>
            <a:r>
              <a:rPr lang="en-GB" sz="1200" dirty="0" err="1"/>
              <a:t>polymarket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3768333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CB91-7A6E-BFAF-69B5-14F9CA31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96A58C48-4E35-FE6C-DE83-5217E14B3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02882"/>
            <a:ext cx="7772400" cy="3252235"/>
          </a:xfrm>
          <a:prstGeom prst="rect">
            <a:avLst/>
          </a:prstGeom>
        </p:spPr>
      </p:pic>
      <p:sp>
        <p:nvSpPr>
          <p:cNvPr id="5" name="Rektangulär pratbubbla 4">
            <a:extLst>
              <a:ext uri="{FF2B5EF4-FFF2-40B4-BE49-F238E27FC236}">
                <a16:creationId xmlns:a16="http://schemas.microsoft.com/office/drawing/2014/main" id="{3BF6ABE0-8C6A-474A-3915-1E86FFA0A726}"/>
              </a:ext>
            </a:extLst>
          </p:cNvPr>
          <p:cNvSpPr/>
          <p:nvPr/>
        </p:nvSpPr>
        <p:spPr>
          <a:xfrm>
            <a:off x="9799674" y="2388783"/>
            <a:ext cx="1802458" cy="1271903"/>
          </a:xfrm>
          <a:prstGeom prst="wedgeRectCallout">
            <a:avLst>
              <a:gd name="adj1" fmla="val -98563"/>
              <a:gd name="adj2" fmla="val 222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Real </a:t>
            </a:r>
            <a:r>
              <a:rPr lang="en-GB" sz="1200" dirty="0" err="1"/>
              <a:t>polymarket</a:t>
            </a:r>
            <a:r>
              <a:rPr lang="en-GB" sz="1200" dirty="0"/>
              <a:t> pics  </a:t>
            </a:r>
            <a:endParaRPr lang="sv-SE" sz="1200" dirty="0"/>
          </a:p>
        </p:txBody>
      </p:sp>
      <p:sp>
        <p:nvSpPr>
          <p:cNvPr id="6" name="Rektangulär pratbubbla 5">
            <a:extLst>
              <a:ext uri="{FF2B5EF4-FFF2-40B4-BE49-F238E27FC236}">
                <a16:creationId xmlns:a16="http://schemas.microsoft.com/office/drawing/2014/main" id="{89A12F0E-1ED3-3353-5134-48B930133057}"/>
              </a:ext>
            </a:extLst>
          </p:cNvPr>
          <p:cNvSpPr/>
          <p:nvPr/>
        </p:nvSpPr>
        <p:spPr>
          <a:xfrm>
            <a:off x="3200399" y="5090101"/>
            <a:ext cx="1802458" cy="1271903"/>
          </a:xfrm>
          <a:prstGeom prst="wedgeRectCallout">
            <a:avLst>
              <a:gd name="adj1" fmla="val -65529"/>
              <a:gd name="adj2" fmla="val -1566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Ugly Green </a:t>
            </a:r>
            <a:endParaRPr lang="sv-SE" sz="1200" dirty="0"/>
          </a:p>
        </p:txBody>
      </p:sp>
      <p:sp>
        <p:nvSpPr>
          <p:cNvPr id="7" name="Rektangulär pratbubbla 6">
            <a:extLst>
              <a:ext uri="{FF2B5EF4-FFF2-40B4-BE49-F238E27FC236}">
                <a16:creationId xmlns:a16="http://schemas.microsoft.com/office/drawing/2014/main" id="{97833626-1FA0-9583-D830-A2924D5E05C9}"/>
              </a:ext>
            </a:extLst>
          </p:cNvPr>
          <p:cNvSpPr/>
          <p:nvPr/>
        </p:nvSpPr>
        <p:spPr>
          <a:xfrm>
            <a:off x="5386687" y="5090101"/>
            <a:ext cx="1802458" cy="1271903"/>
          </a:xfrm>
          <a:prstGeom prst="wedgeRectCallout">
            <a:avLst>
              <a:gd name="adj1" fmla="val -50782"/>
              <a:gd name="adj2" fmla="val -1525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Ugly yellow  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341066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1949-87B7-2EBA-628B-6E460883A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FBE68040-0C76-9E70-C384-C4B84816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02882"/>
            <a:ext cx="7772400" cy="3252235"/>
          </a:xfrm>
          <a:prstGeom prst="rect">
            <a:avLst/>
          </a:prstGeom>
        </p:spPr>
      </p:pic>
      <p:sp>
        <p:nvSpPr>
          <p:cNvPr id="5" name="Rektangulär pratbubbla 4">
            <a:extLst>
              <a:ext uri="{FF2B5EF4-FFF2-40B4-BE49-F238E27FC236}">
                <a16:creationId xmlns:a16="http://schemas.microsoft.com/office/drawing/2014/main" id="{E3F6CEF5-96F0-5B60-90B2-3F2E66F62FB4}"/>
              </a:ext>
            </a:extLst>
          </p:cNvPr>
          <p:cNvSpPr/>
          <p:nvPr/>
        </p:nvSpPr>
        <p:spPr>
          <a:xfrm>
            <a:off x="9799674" y="2388783"/>
            <a:ext cx="1802458" cy="1271903"/>
          </a:xfrm>
          <a:prstGeom prst="wedgeRectCallout">
            <a:avLst>
              <a:gd name="adj1" fmla="val -98563"/>
              <a:gd name="adj2" fmla="val 222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Real </a:t>
            </a:r>
            <a:r>
              <a:rPr lang="en-GB" sz="1200" dirty="0" err="1"/>
              <a:t>polymarket</a:t>
            </a:r>
            <a:r>
              <a:rPr lang="en-GB" sz="1200" dirty="0"/>
              <a:t> pics  </a:t>
            </a:r>
            <a:endParaRPr lang="sv-SE" sz="1200" dirty="0"/>
          </a:p>
        </p:txBody>
      </p:sp>
      <p:sp>
        <p:nvSpPr>
          <p:cNvPr id="6" name="Rektangulär pratbubbla 5">
            <a:extLst>
              <a:ext uri="{FF2B5EF4-FFF2-40B4-BE49-F238E27FC236}">
                <a16:creationId xmlns:a16="http://schemas.microsoft.com/office/drawing/2014/main" id="{631DC5F7-C221-ECB1-0134-418885BDD89F}"/>
              </a:ext>
            </a:extLst>
          </p:cNvPr>
          <p:cNvSpPr/>
          <p:nvPr/>
        </p:nvSpPr>
        <p:spPr>
          <a:xfrm>
            <a:off x="3200399" y="5090101"/>
            <a:ext cx="1802458" cy="1271903"/>
          </a:xfrm>
          <a:prstGeom prst="wedgeRectCallout">
            <a:avLst>
              <a:gd name="adj1" fmla="val -65529"/>
              <a:gd name="adj2" fmla="val -1566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Ugly Green </a:t>
            </a:r>
            <a:endParaRPr lang="sv-SE" sz="1200" dirty="0"/>
          </a:p>
        </p:txBody>
      </p:sp>
      <p:sp>
        <p:nvSpPr>
          <p:cNvPr id="7" name="Rektangulär pratbubbla 6">
            <a:extLst>
              <a:ext uri="{FF2B5EF4-FFF2-40B4-BE49-F238E27FC236}">
                <a16:creationId xmlns:a16="http://schemas.microsoft.com/office/drawing/2014/main" id="{C6ECE7E2-D189-02EA-C194-5F7491A478F6}"/>
              </a:ext>
            </a:extLst>
          </p:cNvPr>
          <p:cNvSpPr/>
          <p:nvPr/>
        </p:nvSpPr>
        <p:spPr>
          <a:xfrm>
            <a:off x="5386687" y="5090101"/>
            <a:ext cx="1802458" cy="1271903"/>
          </a:xfrm>
          <a:prstGeom prst="wedgeRectCallout">
            <a:avLst>
              <a:gd name="adj1" fmla="val -50782"/>
              <a:gd name="adj2" fmla="val -1525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Ugly yellow  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394908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311EB-20D9-1FB6-0E13-6441AE10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113D8750-278F-7A18-74EE-F7861B5E5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4129"/>
            <a:ext cx="7772400" cy="6229741"/>
          </a:xfrm>
          <a:prstGeom prst="rect">
            <a:avLst/>
          </a:prstGeom>
        </p:spPr>
      </p:pic>
      <p:sp>
        <p:nvSpPr>
          <p:cNvPr id="3" name="Rektangulär pratbubbla 2">
            <a:extLst>
              <a:ext uri="{FF2B5EF4-FFF2-40B4-BE49-F238E27FC236}">
                <a16:creationId xmlns:a16="http://schemas.microsoft.com/office/drawing/2014/main" id="{8FE659F7-B8BF-EF6E-9470-DC08F29DB98E}"/>
              </a:ext>
            </a:extLst>
          </p:cNvPr>
          <p:cNvSpPr/>
          <p:nvPr/>
        </p:nvSpPr>
        <p:spPr>
          <a:xfrm>
            <a:off x="9799674" y="2388783"/>
            <a:ext cx="1802458" cy="1271903"/>
          </a:xfrm>
          <a:prstGeom prst="wedgeRectCallout">
            <a:avLst>
              <a:gd name="adj1" fmla="val -221850"/>
              <a:gd name="adj2" fmla="val -789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Avatar or realistic non AI pics</a:t>
            </a:r>
            <a:endParaRPr lang="sv-SE" sz="1200" dirty="0"/>
          </a:p>
        </p:txBody>
      </p:sp>
      <p:sp>
        <p:nvSpPr>
          <p:cNvPr id="8" name="Rektangulär pratbubbla 7">
            <a:extLst>
              <a:ext uri="{FF2B5EF4-FFF2-40B4-BE49-F238E27FC236}">
                <a16:creationId xmlns:a16="http://schemas.microsoft.com/office/drawing/2014/main" id="{39BCC524-9D66-699D-37FF-08D36C5ECA68}"/>
              </a:ext>
            </a:extLst>
          </p:cNvPr>
          <p:cNvSpPr/>
          <p:nvPr/>
        </p:nvSpPr>
        <p:spPr>
          <a:xfrm>
            <a:off x="9799674" y="4017758"/>
            <a:ext cx="1802458" cy="2169040"/>
          </a:xfrm>
          <a:prstGeom prst="wedgeRectCallout">
            <a:avLst>
              <a:gd name="adj1" fmla="val -310333"/>
              <a:gd name="adj2" fmla="val -54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Play </a:t>
            </a:r>
            <a:r>
              <a:rPr lang="sv-SE" sz="1200" dirty="0" err="1"/>
              <a:t>with</a:t>
            </a:r>
            <a:r>
              <a:rPr lang="sv-SE" sz="1200" dirty="0"/>
              <a:t> Jameye </a:t>
            </a:r>
            <a:r>
              <a:rPr lang="sv-SE" sz="1200" dirty="0" err="1"/>
              <a:t>Coins</a:t>
            </a:r>
            <a:r>
              <a:rPr lang="sv-SE" sz="1200" dirty="0"/>
              <a:t>, never cash. Nothing to </a:t>
            </a:r>
            <a:r>
              <a:rPr lang="sv-SE" sz="1200" dirty="0" err="1"/>
              <a:t>deposit</a:t>
            </a:r>
            <a:r>
              <a:rPr lang="sv-SE" sz="1200" dirty="0"/>
              <a:t>. Nothing to </a:t>
            </a:r>
            <a:r>
              <a:rPr lang="sv-SE" sz="1200" dirty="0" err="1"/>
              <a:t>withdraw</a:t>
            </a:r>
            <a:r>
              <a:rPr lang="sv-SE" sz="1200" dirty="0"/>
              <a:t>. Just a public record </a:t>
            </a:r>
            <a:r>
              <a:rPr lang="sv-SE" sz="1200" dirty="0" err="1"/>
              <a:t>of</a:t>
            </a:r>
            <a:r>
              <a:rPr lang="sv-SE" sz="1200" dirty="0"/>
              <a:t> </a:t>
            </a:r>
            <a:r>
              <a:rPr lang="sv-SE" sz="1200" dirty="0" err="1"/>
              <a:t>how</a:t>
            </a:r>
            <a:r>
              <a:rPr lang="sv-SE" sz="1200" dirty="0"/>
              <a:t> </a:t>
            </a:r>
            <a:r>
              <a:rPr lang="sv-SE" sz="1200" dirty="0" err="1"/>
              <a:t>good</a:t>
            </a:r>
            <a:r>
              <a:rPr lang="sv-SE" sz="1200" dirty="0"/>
              <a:t> </a:t>
            </a:r>
            <a:r>
              <a:rPr lang="sv-SE" sz="1200" dirty="0" err="1"/>
              <a:t>you</a:t>
            </a:r>
            <a:r>
              <a:rPr lang="sv-SE" sz="1200" dirty="0"/>
              <a:t> </a:t>
            </a:r>
            <a:r>
              <a:rPr lang="sv-SE" sz="1200" dirty="0" err="1"/>
              <a:t>are</a:t>
            </a:r>
            <a:r>
              <a:rPr lang="sv-SE" sz="1200" dirty="0"/>
              <a:t> at </a:t>
            </a:r>
            <a:r>
              <a:rPr lang="sv-SE" sz="1200" dirty="0" err="1"/>
              <a:t>forecasting</a:t>
            </a:r>
            <a:r>
              <a:rPr lang="sv-SE" sz="1200" dirty="0"/>
              <a:t>. </a:t>
            </a:r>
            <a:r>
              <a:rPr lang="sv-SE" sz="1200" dirty="0" err="1"/>
              <a:t>Win</a:t>
            </a:r>
            <a:r>
              <a:rPr lang="sv-SE" sz="1200" dirty="0"/>
              <a:t> real </a:t>
            </a:r>
            <a:r>
              <a:rPr lang="sv-SE" sz="1200" dirty="0" err="1"/>
              <a:t>prizes</a:t>
            </a:r>
            <a:r>
              <a:rPr lang="sv-SE" sz="1200" dirty="0"/>
              <a:t> </a:t>
            </a:r>
            <a:r>
              <a:rPr lang="sv-SE" sz="1200" dirty="0" err="1"/>
              <a:t>where</a:t>
            </a:r>
            <a:r>
              <a:rPr lang="sv-SE" sz="1200" dirty="0"/>
              <a:t> </a:t>
            </a:r>
            <a:r>
              <a:rPr lang="sv-SE" sz="1200" dirty="0" err="1"/>
              <a:t>local</a:t>
            </a:r>
            <a:r>
              <a:rPr lang="sv-SE" sz="1200" dirty="0"/>
              <a:t> </a:t>
            </a:r>
            <a:r>
              <a:rPr lang="sv-SE" sz="1200" dirty="0" err="1"/>
              <a:t>rules</a:t>
            </a:r>
            <a:r>
              <a:rPr lang="sv-SE" sz="1200" dirty="0"/>
              <a:t> </a:t>
            </a:r>
            <a:r>
              <a:rPr lang="sv-SE" sz="1200" dirty="0" err="1"/>
              <a:t>allow</a:t>
            </a:r>
            <a:r>
              <a:rPr lang="sv-SE" sz="1200" dirty="0"/>
              <a:t>.</a:t>
            </a:r>
          </a:p>
        </p:txBody>
      </p:sp>
      <p:sp>
        <p:nvSpPr>
          <p:cNvPr id="9" name="Rektangulär pratbubbla 8">
            <a:extLst>
              <a:ext uri="{FF2B5EF4-FFF2-40B4-BE49-F238E27FC236}">
                <a16:creationId xmlns:a16="http://schemas.microsoft.com/office/drawing/2014/main" id="{8D5AE35D-1302-F288-75F7-4A57BE32B565}"/>
              </a:ext>
            </a:extLst>
          </p:cNvPr>
          <p:cNvSpPr/>
          <p:nvPr/>
        </p:nvSpPr>
        <p:spPr>
          <a:xfrm>
            <a:off x="669851" y="3660686"/>
            <a:ext cx="1802458" cy="2169040"/>
          </a:xfrm>
          <a:prstGeom prst="wedgeRectCallout">
            <a:avLst>
              <a:gd name="adj1" fmla="val 355655"/>
              <a:gd name="adj2" fmla="val 268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04 </a:t>
            </a:r>
            <a:r>
              <a:rPr lang="sv-SE" sz="1200" dirty="0" err="1"/>
              <a:t>Win</a:t>
            </a:r>
            <a:r>
              <a:rPr lang="sv-SE" sz="1200" dirty="0"/>
              <a:t> real </a:t>
            </a:r>
            <a:r>
              <a:rPr lang="sv-SE" sz="1200" dirty="0" err="1"/>
              <a:t>prizes</a:t>
            </a:r>
            <a:r>
              <a:rPr lang="sv-SE" sz="1200" dirty="0"/>
              <a:t> </a:t>
            </a:r>
            <a:r>
              <a:rPr lang="sv-SE" sz="1200" dirty="0" err="1"/>
              <a:t>where</a:t>
            </a:r>
            <a:r>
              <a:rPr lang="sv-SE" sz="1200" dirty="0"/>
              <a:t> </a:t>
            </a:r>
            <a:r>
              <a:rPr lang="sv-SE" sz="1200" dirty="0" err="1"/>
              <a:t>local</a:t>
            </a:r>
            <a:r>
              <a:rPr lang="sv-SE" sz="1200" dirty="0"/>
              <a:t> </a:t>
            </a:r>
            <a:r>
              <a:rPr lang="sv-SE" sz="1200" dirty="0" err="1"/>
              <a:t>rules</a:t>
            </a:r>
            <a:r>
              <a:rPr lang="sv-SE" sz="1200" dirty="0"/>
              <a:t> </a:t>
            </a:r>
            <a:r>
              <a:rPr lang="sv-SE" sz="1200" dirty="0" err="1"/>
              <a:t>allow</a:t>
            </a:r>
            <a:r>
              <a:rPr lang="sv-SE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81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204</Words>
  <Application>Microsoft Macintosh PowerPoint</Application>
  <PresentationFormat>Bredbild</PresentationFormat>
  <Paragraphs>28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Homan Panahi</dc:creator>
  <cp:lastModifiedBy>Homan Panahi</cp:lastModifiedBy>
  <cp:revision>2</cp:revision>
  <dcterms:created xsi:type="dcterms:W3CDTF">2026-09-11T15:47:38Z</dcterms:created>
  <dcterms:modified xsi:type="dcterms:W3CDTF">2026-09-11T16:39:28Z</dcterms:modified>
</cp:coreProperties>
</file>